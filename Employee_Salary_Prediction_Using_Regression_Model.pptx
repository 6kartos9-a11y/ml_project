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1460450"/>
            <a:ext cx="6429375" cy="1752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04" spc="-1" kern="0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EMPLOYEE SALARY </a:t>
            </a:r>
            <a:r>
              <a:rPr lang="en-US" sz="3504" spc="-1" kern="0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PREDICTION</a:t>
            </a:r>
            <a:r>
              <a:rPr lang="en-US" sz="3504" spc="-1" kern="0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3504" spc="-1" kern="0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USING REGRESSION MODEL</a:t>
            </a:r>
            <a:endParaRPr lang="en-US" sz="3504" dirty="0"/>
          </a:p>
        </p:txBody>
      </p:sp>
      <p:sp>
        <p:nvSpPr>
          <p:cNvPr id="4" name="Text 1"/>
          <p:cNvSpPr/>
          <p:nvPr/>
        </p:nvSpPr>
        <p:spPr>
          <a:xfrm>
            <a:off x="1357313" y="3355330"/>
            <a:ext cx="6429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spc="1" kern="0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Machine Learning for Data-Driven Compensation Analysis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3402211" y="3733949"/>
            <a:ext cx="2339578" cy="25538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Data Science Presentation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2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7215188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SALARY PREDICTION OPTIMIZES TALENT RETENTION AND BUDGETING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571500" y="1595261"/>
            <a:ext cx="356473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084608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prediction leverages historical data to estimate future earnings based on specific employee attributes.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767505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ensures </a:t>
            </a: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 compensation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competitive hiring, and 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financial forecasting for modern organizations.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007769" y="1595261"/>
            <a:ext cx="356473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007769" y="2084608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salary estimation is often prone to </a:t>
            </a: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unconscious bias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inconsistency across departments.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007769" y="2767505"/>
            <a:ext cx="35647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struggle to align pay with market standards and individual performance metrics effectively.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3924123"/>
            <a:ext cx="8001000" cy="791505"/>
          </a:xfrm>
          <a:prstGeom prst="rect">
            <a:avLst/>
          </a:prstGeom>
          <a:solidFill>
            <a:srgbClr val="FFFFFF"/>
          </a:solidFill>
          <a:ln w="18288">
            <a:solidFill>
              <a:srgbClr val="2B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5813" y="4223407"/>
            <a:ext cx="7572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Objective: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a robust Linear Regression model that predicts salary based on </a:t>
            </a: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Experience, Education, and Age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7825978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 REGRESSION PROVIDES A TRANSPARENT AND SCALABLE SOLUTION</a:t>
            </a:r>
            <a:endParaRPr lang="en-US" sz="1704" dirty="0"/>
          </a:p>
        </p:txBody>
      </p:sp>
      <p:sp>
        <p:nvSpPr>
          <p:cNvPr id="4" name="Shape 1"/>
          <p:cNvSpPr/>
          <p:nvPr/>
        </p:nvSpPr>
        <p:spPr>
          <a:xfrm>
            <a:off x="571500" y="1280936"/>
            <a:ext cx="2476481" cy="1509117"/>
          </a:xfrm>
          <a:prstGeom prst="rect">
            <a:avLst/>
          </a:prstGeom>
          <a:solidFill>
            <a:srgbClr val="FFFFFF"/>
          </a:solidFill>
          <a:ln w="18288">
            <a:solidFill>
              <a:srgbClr val="2B2D4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423811"/>
            <a:ext cx="2190731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14375" y="1932803"/>
            <a:ext cx="21907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14375" y="2229269"/>
            <a:ext cx="219073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years in the industry; the primary predictor of salary growth.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3333731" y="1280936"/>
            <a:ext cx="2476509" cy="1509117"/>
          </a:xfrm>
          <a:prstGeom prst="rect">
            <a:avLst/>
          </a:prstGeom>
          <a:solidFill>
            <a:srgbClr val="FFFFFF"/>
          </a:solidFill>
          <a:ln w="18288">
            <a:solidFill>
              <a:srgbClr val="2B2D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6606" y="1423811"/>
            <a:ext cx="2190759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3476606" y="1932803"/>
            <a:ext cx="21907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EDUCATION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476606" y="2229269"/>
            <a:ext cx="219075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of degree (Bachelor's, Master's, PhD) as a categorical factor.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6095991" y="1280936"/>
            <a:ext cx="2476481" cy="1509117"/>
          </a:xfrm>
          <a:prstGeom prst="rect">
            <a:avLst/>
          </a:prstGeom>
          <a:solidFill>
            <a:srgbClr val="FFFFFF"/>
          </a:solidFill>
          <a:ln w="18288">
            <a:solidFill>
              <a:srgbClr val="2B2D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38866" y="1423811"/>
            <a:ext cx="2190731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6238866" y="1932803"/>
            <a:ext cx="219073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238866" y="2229269"/>
            <a:ext cx="219073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factor influencing career progression and seniority.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3447278"/>
            <a:ext cx="3786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Approach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571500" y="3779462"/>
            <a:ext cx="3786188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Algorithm: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Multiple Linear Regression via Scikit-learn.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4006276"/>
            <a:ext cx="3786188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Process:</a:t>
            </a: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80/20 Train-Test split with feature scaling.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3779462"/>
            <a:ext cx="732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71500" y="4006276"/>
            <a:ext cx="732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786313" y="3447278"/>
            <a:ext cx="3786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Mathematical Model</a:t>
            </a:r>
            <a:endParaRPr lang="en-US" sz="1193" dirty="0"/>
          </a:p>
        </p:txBody>
      </p:sp>
      <p:sp>
        <p:nvSpPr>
          <p:cNvPr id="22" name="Shape 19"/>
          <p:cNvSpPr/>
          <p:nvPr/>
        </p:nvSpPr>
        <p:spPr>
          <a:xfrm>
            <a:off x="4786313" y="3843756"/>
            <a:ext cx="2438167" cy="428625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3" name="Text 20"/>
          <p:cNvSpPr/>
          <p:nvPr/>
        </p:nvSpPr>
        <p:spPr>
          <a:xfrm>
            <a:off x="4786313" y="3843756"/>
            <a:ext cx="2438167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 = β₀ + β₁X₁ + β₂X₂ + ... + ε</a:t>
            </a:r>
            <a:endParaRPr lang="en-US" sz="115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7759898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MODEL ACCURACY CONFIRMS EXPERIENCE AS A KEY SALARY DRIVER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571500" y="1438098"/>
            <a:ext cx="285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1966736"/>
            <a:ext cx="28575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R² SCORE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2220339"/>
            <a:ext cx="28575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 of salary variance is explained by the regression model.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3052586"/>
            <a:ext cx="285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</a:t>
            </a:r>
            <a:endParaRPr lang="en-US" sz="3294" dirty="0"/>
          </a:p>
        </p:txBody>
      </p:sp>
      <p:sp>
        <p:nvSpPr>
          <p:cNvPr id="8" name="Text 5"/>
          <p:cNvSpPr/>
          <p:nvPr/>
        </p:nvSpPr>
        <p:spPr>
          <a:xfrm>
            <a:off x="571500" y="3581223"/>
            <a:ext cx="28575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MSE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3834826"/>
            <a:ext cx="28575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Squared Error minimized through iterative training.</a:t>
            </a:r>
            <a:endParaRPr lang="en-US" sz="83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1280936"/>
            <a:ext cx="5029200" cy="3028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57625" y="4443831"/>
            <a:ext cx="50292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1: Linear Regression Line vs. Actual Employee Salary Data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7268766" cy="37683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DATA-DRIVEN INSIGHTS PAVE THE WAY FOR AUTOMATED HR SYSTEMS</a:t>
            </a:r>
            <a:endParaRPr lang="en-US" sz="1704" dirty="0"/>
          </a:p>
        </p:txBody>
      </p:sp>
      <p:sp>
        <p:nvSpPr>
          <p:cNvPr id="4" name="Text 1"/>
          <p:cNvSpPr/>
          <p:nvPr/>
        </p:nvSpPr>
        <p:spPr>
          <a:xfrm>
            <a:off x="571500" y="1509536"/>
            <a:ext cx="24764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2138186"/>
            <a:ext cx="247648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TAKEAWAYS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498945"/>
            <a:ext cx="2476481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models provide a scientific basis for salary benchmarking.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991864"/>
            <a:ext cx="2476481" cy="5786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remains the most significant factor in salary determination.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498945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991864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3333731" y="1509536"/>
            <a:ext cx="247650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3333731" y="2138186"/>
            <a:ext cx="24765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333731" y="2498945"/>
            <a:ext cx="2476509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does not account for soft skills or leadership qualities.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3333731" y="2991864"/>
            <a:ext cx="2476509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location and company size are not yet integrated.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333731" y="2498945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333731" y="2991864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095991" y="1509536"/>
            <a:ext cx="24764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F23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294" dirty="0"/>
          </a:p>
        </p:txBody>
      </p:sp>
      <p:sp>
        <p:nvSpPr>
          <p:cNvPr id="17" name="Text 14"/>
          <p:cNvSpPr/>
          <p:nvPr/>
        </p:nvSpPr>
        <p:spPr>
          <a:xfrm>
            <a:off x="6095991" y="2138186"/>
            <a:ext cx="247648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6095991" y="2498945"/>
            <a:ext cx="2476481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Random Forest for higher non-linear accuracy.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6095991" y="2991864"/>
            <a:ext cx="2476481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D99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real-time market data via API for dynamic adjustments.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0" y="4282678"/>
            <a:ext cx="9144000" cy="860822"/>
          </a:xfrm>
          <a:prstGeom prst="rect">
            <a:avLst/>
          </a:prstGeom>
          <a:noFill/>
          <a:ln/>
        </p:spPr>
        <p:txBody>
          <a:bodyPr wrap="square" lIns="680339" tIns="340233" rIns="680339" bIns="510286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2" kern="0" dirty="0">
                <a:solidFill>
                  <a:srgbClr val="2B2D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 OF PRESENTATION • SALARY PREDICTION MODEL 2026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6095991" y="2498945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095991" y="2991864"/>
            <a:ext cx="73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F23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2026-04-08T18:10:20Z</dcterms:created>
  <dcterms:modified xsi:type="dcterms:W3CDTF">2026-04-08T18:10:20Z</dcterms:modified>
</cp:coreProperties>
</file>